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0D3A3-3ED9-4BBA-9C69-059A77023C86}" v="8" dt="2025-04-27T12:59:10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Minde." userId="4728fa40ad6cbbd2" providerId="LiveId" clId="{E410D3A3-3ED9-4BBA-9C69-059A77023C86}"/>
    <pc:docChg chg="undo custSel addSld delSld modSld sldOrd">
      <pc:chgData name="Harsh Minde." userId="4728fa40ad6cbbd2" providerId="LiveId" clId="{E410D3A3-3ED9-4BBA-9C69-059A77023C86}" dt="2025-04-27T13:06:35.309" v="186" actId="478"/>
      <pc:docMkLst>
        <pc:docMk/>
      </pc:docMkLst>
      <pc:sldChg chg="addSp modSp mod">
        <pc:chgData name="Harsh Minde." userId="4728fa40ad6cbbd2" providerId="LiveId" clId="{E410D3A3-3ED9-4BBA-9C69-059A77023C86}" dt="2025-04-27T13:01:08.419" v="142" actId="14100"/>
        <pc:sldMkLst>
          <pc:docMk/>
          <pc:sldMk cId="1587111967" sldId="257"/>
        </pc:sldMkLst>
        <pc:spChg chg="mod">
          <ac:chgData name="Harsh Minde." userId="4728fa40ad6cbbd2" providerId="LiveId" clId="{E410D3A3-3ED9-4BBA-9C69-059A77023C86}" dt="2025-04-27T12:58:52.739" v="125" actId="14100"/>
          <ac:spMkLst>
            <pc:docMk/>
            <pc:sldMk cId="1587111967" sldId="257"/>
            <ac:spMk id="2" creationId="{2CCD67F0-43BC-2876-9D61-B04B1D71AD15}"/>
          </ac:spMkLst>
        </pc:spChg>
        <pc:picChg chg="add mod">
          <ac:chgData name="Harsh Minde." userId="4728fa40ad6cbbd2" providerId="LiveId" clId="{E410D3A3-3ED9-4BBA-9C69-059A77023C86}" dt="2025-04-27T13:01:08.419" v="142" actId="14100"/>
          <ac:picMkLst>
            <pc:docMk/>
            <pc:sldMk cId="1587111967" sldId="257"/>
            <ac:picMk id="3" creationId="{128BD2C4-7A7E-B8AF-28EA-A86D9A156DE8}"/>
          </ac:picMkLst>
        </pc:picChg>
        <pc:picChg chg="mod">
          <ac:chgData name="Harsh Minde." userId="4728fa40ad6cbbd2" providerId="LiveId" clId="{E410D3A3-3ED9-4BBA-9C69-059A77023C86}" dt="2025-04-27T13:00:10.486" v="133" actId="14100"/>
          <ac:picMkLst>
            <pc:docMk/>
            <pc:sldMk cId="1587111967" sldId="257"/>
            <ac:picMk id="7" creationId="{78AC88F4-692A-E51D-7F46-E0AD64A23D7A}"/>
          </ac:picMkLst>
        </pc:picChg>
        <pc:picChg chg="mod">
          <ac:chgData name="Harsh Minde." userId="4728fa40ad6cbbd2" providerId="LiveId" clId="{E410D3A3-3ED9-4BBA-9C69-059A77023C86}" dt="2025-04-27T13:00:27.591" v="136" actId="14100"/>
          <ac:picMkLst>
            <pc:docMk/>
            <pc:sldMk cId="1587111967" sldId="257"/>
            <ac:picMk id="9" creationId="{1908116A-258B-E3EF-5046-661FFAEA30A8}"/>
          </ac:picMkLst>
        </pc:picChg>
        <pc:picChg chg="mod">
          <ac:chgData name="Harsh Minde." userId="4728fa40ad6cbbd2" providerId="LiveId" clId="{E410D3A3-3ED9-4BBA-9C69-059A77023C86}" dt="2025-04-27T13:00:45.447" v="139" actId="14100"/>
          <ac:picMkLst>
            <pc:docMk/>
            <pc:sldMk cId="1587111967" sldId="257"/>
            <ac:picMk id="11" creationId="{0EFE1CBD-E23A-713D-55DA-AD1E51B2D9BE}"/>
          </ac:picMkLst>
        </pc:picChg>
      </pc:sldChg>
      <pc:sldChg chg="modSp add del mod">
        <pc:chgData name="Harsh Minde." userId="4728fa40ad6cbbd2" providerId="LiveId" clId="{E410D3A3-3ED9-4BBA-9C69-059A77023C86}" dt="2025-04-27T12:56:31.035" v="97" actId="47"/>
        <pc:sldMkLst>
          <pc:docMk/>
          <pc:sldMk cId="117376161" sldId="258"/>
        </pc:sldMkLst>
        <pc:picChg chg="mod">
          <ac:chgData name="Harsh Minde." userId="4728fa40ad6cbbd2" providerId="LiveId" clId="{E410D3A3-3ED9-4BBA-9C69-059A77023C86}" dt="2025-04-27T09:40:46.256" v="64" actId="1076"/>
          <ac:picMkLst>
            <pc:docMk/>
            <pc:sldMk cId="117376161" sldId="258"/>
            <ac:picMk id="7" creationId="{5DF9A66C-9918-30F1-6B0B-F99966C711C9}"/>
          </ac:picMkLst>
        </pc:picChg>
        <pc:picChg chg="mod">
          <ac:chgData name="Harsh Minde." userId="4728fa40ad6cbbd2" providerId="LiveId" clId="{E410D3A3-3ED9-4BBA-9C69-059A77023C86}" dt="2025-04-27T09:40:23.493" v="62" actId="14100"/>
          <ac:picMkLst>
            <pc:docMk/>
            <pc:sldMk cId="117376161" sldId="258"/>
            <ac:picMk id="9" creationId="{06BAF13D-67F0-33FA-4F0B-D059225256E3}"/>
          </ac:picMkLst>
        </pc:picChg>
        <pc:picChg chg="mod">
          <ac:chgData name="Harsh Minde." userId="4728fa40ad6cbbd2" providerId="LiveId" clId="{E410D3A3-3ED9-4BBA-9C69-059A77023C86}" dt="2025-04-27T09:40:49.215" v="65" actId="1076"/>
          <ac:picMkLst>
            <pc:docMk/>
            <pc:sldMk cId="117376161" sldId="258"/>
            <ac:picMk id="11" creationId="{18915F1C-61DF-86A5-A0A4-DA748CAA02C0}"/>
          </ac:picMkLst>
        </pc:picChg>
      </pc:sldChg>
      <pc:sldChg chg="modSp add mod">
        <pc:chgData name="Harsh Minde." userId="4728fa40ad6cbbd2" providerId="LiveId" clId="{E410D3A3-3ED9-4BBA-9C69-059A77023C86}" dt="2025-04-27T13:02:39.577" v="154" actId="14100"/>
        <pc:sldMkLst>
          <pc:docMk/>
          <pc:sldMk cId="2927193929" sldId="258"/>
        </pc:sldMkLst>
        <pc:picChg chg="mod">
          <ac:chgData name="Harsh Minde." userId="4728fa40ad6cbbd2" providerId="LiveId" clId="{E410D3A3-3ED9-4BBA-9C69-059A77023C86}" dt="2025-04-27T13:02:39.577" v="154" actId="14100"/>
          <ac:picMkLst>
            <pc:docMk/>
            <pc:sldMk cId="2927193929" sldId="258"/>
            <ac:picMk id="3" creationId="{F51283F2-369E-A477-F931-9E88143809D6}"/>
          </ac:picMkLst>
        </pc:picChg>
        <pc:picChg chg="mod">
          <ac:chgData name="Harsh Minde." userId="4728fa40ad6cbbd2" providerId="LiveId" clId="{E410D3A3-3ED9-4BBA-9C69-059A77023C86}" dt="2025-04-27T13:01:48.665" v="145" actId="14100"/>
          <ac:picMkLst>
            <pc:docMk/>
            <pc:sldMk cId="2927193929" sldId="258"/>
            <ac:picMk id="7" creationId="{6EC6AD48-D92F-FCCC-E8D6-6E89EBC91DFA}"/>
          </ac:picMkLst>
        </pc:picChg>
        <pc:picChg chg="mod">
          <ac:chgData name="Harsh Minde." userId="4728fa40ad6cbbd2" providerId="LiveId" clId="{E410D3A3-3ED9-4BBA-9C69-059A77023C86}" dt="2025-04-27T13:02:04.021" v="148" actId="14100"/>
          <ac:picMkLst>
            <pc:docMk/>
            <pc:sldMk cId="2927193929" sldId="258"/>
            <ac:picMk id="9" creationId="{AA34012D-4521-F4A1-E13A-60D56789E94F}"/>
          </ac:picMkLst>
        </pc:picChg>
        <pc:picChg chg="mod">
          <ac:chgData name="Harsh Minde." userId="4728fa40ad6cbbd2" providerId="LiveId" clId="{E410D3A3-3ED9-4BBA-9C69-059A77023C86}" dt="2025-04-27T13:02:23.967" v="151" actId="14100"/>
          <ac:picMkLst>
            <pc:docMk/>
            <pc:sldMk cId="2927193929" sldId="258"/>
            <ac:picMk id="11" creationId="{9909B13F-64C0-FDA7-968F-7EEA09C2DB19}"/>
          </ac:picMkLst>
        </pc:picChg>
      </pc:sldChg>
      <pc:sldChg chg="modSp add del mod ord">
        <pc:chgData name="Harsh Minde." userId="4728fa40ad6cbbd2" providerId="LiveId" clId="{E410D3A3-3ED9-4BBA-9C69-059A77023C86}" dt="2025-04-27T12:56:42.441" v="99" actId="47"/>
        <pc:sldMkLst>
          <pc:docMk/>
          <pc:sldMk cId="1336142843" sldId="259"/>
        </pc:sldMkLst>
        <pc:picChg chg="mod">
          <ac:chgData name="Harsh Minde." userId="4728fa40ad6cbbd2" providerId="LiveId" clId="{E410D3A3-3ED9-4BBA-9C69-059A77023C86}" dt="2025-04-27T09:45:31.232" v="93" actId="14100"/>
          <ac:picMkLst>
            <pc:docMk/>
            <pc:sldMk cId="1336142843" sldId="259"/>
            <ac:picMk id="7" creationId="{67DE0248-E5CC-D00D-DC11-D70CC6C40408}"/>
          </ac:picMkLst>
        </pc:picChg>
        <pc:picChg chg="mod">
          <ac:chgData name="Harsh Minde." userId="4728fa40ad6cbbd2" providerId="LiveId" clId="{E410D3A3-3ED9-4BBA-9C69-059A77023C86}" dt="2025-04-27T09:45:39.724" v="95" actId="14100"/>
          <ac:picMkLst>
            <pc:docMk/>
            <pc:sldMk cId="1336142843" sldId="259"/>
            <ac:picMk id="9" creationId="{45175482-47D2-2EA6-BAD3-1E7BC6F76D63}"/>
          </ac:picMkLst>
        </pc:picChg>
        <pc:picChg chg="mod">
          <ac:chgData name="Harsh Minde." userId="4728fa40ad6cbbd2" providerId="LiveId" clId="{E410D3A3-3ED9-4BBA-9C69-059A77023C86}" dt="2025-04-27T09:45:44.206" v="96" actId="14100"/>
          <ac:picMkLst>
            <pc:docMk/>
            <pc:sldMk cId="1336142843" sldId="259"/>
            <ac:picMk id="11" creationId="{58D26786-4BE1-F9D6-B4C7-B670E402DFA6}"/>
          </ac:picMkLst>
        </pc:picChg>
      </pc:sldChg>
      <pc:sldChg chg="modSp add mod">
        <pc:chgData name="Harsh Minde." userId="4728fa40ad6cbbd2" providerId="LiveId" clId="{E410D3A3-3ED9-4BBA-9C69-059A77023C86}" dt="2025-04-27T13:03:51.095" v="162" actId="14100"/>
        <pc:sldMkLst>
          <pc:docMk/>
          <pc:sldMk cId="3733989368" sldId="259"/>
        </pc:sldMkLst>
        <pc:picChg chg="mod">
          <ac:chgData name="Harsh Minde." userId="4728fa40ad6cbbd2" providerId="LiveId" clId="{E410D3A3-3ED9-4BBA-9C69-059A77023C86}" dt="2025-04-27T13:03:51.095" v="162" actId="14100"/>
          <ac:picMkLst>
            <pc:docMk/>
            <pc:sldMk cId="3733989368" sldId="259"/>
            <ac:picMk id="3" creationId="{64092FEE-30A6-3FD2-6EB3-8D688A6115FA}"/>
          </ac:picMkLst>
        </pc:picChg>
        <pc:picChg chg="mod">
          <ac:chgData name="Harsh Minde." userId="4728fa40ad6cbbd2" providerId="LiveId" clId="{E410D3A3-3ED9-4BBA-9C69-059A77023C86}" dt="2025-04-27T13:03:16.576" v="157" actId="14100"/>
          <ac:picMkLst>
            <pc:docMk/>
            <pc:sldMk cId="3733989368" sldId="259"/>
            <ac:picMk id="7" creationId="{A1444970-BD5C-643A-E522-0540F2868FC8}"/>
          </ac:picMkLst>
        </pc:picChg>
        <pc:picChg chg="mod">
          <ac:chgData name="Harsh Minde." userId="4728fa40ad6cbbd2" providerId="LiveId" clId="{E410D3A3-3ED9-4BBA-9C69-059A77023C86}" dt="2025-04-27T13:03:25.132" v="158" actId="14826"/>
          <ac:picMkLst>
            <pc:docMk/>
            <pc:sldMk cId="3733989368" sldId="259"/>
            <ac:picMk id="9" creationId="{02EF0177-288F-8EC0-6CDB-E0FB7DFD4793}"/>
          </ac:picMkLst>
        </pc:picChg>
        <pc:picChg chg="mod">
          <ac:chgData name="Harsh Minde." userId="4728fa40ad6cbbd2" providerId="LiveId" clId="{E410D3A3-3ED9-4BBA-9C69-059A77023C86}" dt="2025-04-27T13:03:36.175" v="159" actId="14826"/>
          <ac:picMkLst>
            <pc:docMk/>
            <pc:sldMk cId="3733989368" sldId="259"/>
            <ac:picMk id="11" creationId="{02A42906-F878-2069-AF14-33FC8C844516}"/>
          </ac:picMkLst>
        </pc:picChg>
      </pc:sldChg>
      <pc:sldChg chg="modSp add mod">
        <pc:chgData name="Harsh Minde." userId="4728fa40ad6cbbd2" providerId="LiveId" clId="{E410D3A3-3ED9-4BBA-9C69-059A77023C86}" dt="2025-04-27T13:05:35.492" v="175" actId="14100"/>
        <pc:sldMkLst>
          <pc:docMk/>
          <pc:sldMk cId="251878026" sldId="260"/>
        </pc:sldMkLst>
        <pc:picChg chg="mod">
          <ac:chgData name="Harsh Minde." userId="4728fa40ad6cbbd2" providerId="LiveId" clId="{E410D3A3-3ED9-4BBA-9C69-059A77023C86}" dt="2025-04-27T13:05:35.492" v="175" actId="14100"/>
          <ac:picMkLst>
            <pc:docMk/>
            <pc:sldMk cId="251878026" sldId="260"/>
            <ac:picMk id="3" creationId="{2C7FA001-ED94-4299-ABE3-65A1BFC350E0}"/>
          </ac:picMkLst>
        </pc:picChg>
        <pc:picChg chg="mod">
          <ac:chgData name="Harsh Minde." userId="4728fa40ad6cbbd2" providerId="LiveId" clId="{E410D3A3-3ED9-4BBA-9C69-059A77023C86}" dt="2025-04-27T13:04:40.990" v="166" actId="14100"/>
          <ac:picMkLst>
            <pc:docMk/>
            <pc:sldMk cId="251878026" sldId="260"/>
            <ac:picMk id="7" creationId="{E7ABCFAB-CC5E-114C-54AB-AF3B214D8179}"/>
          </ac:picMkLst>
        </pc:picChg>
        <pc:picChg chg="mod">
          <ac:chgData name="Harsh Minde." userId="4728fa40ad6cbbd2" providerId="LiveId" clId="{E410D3A3-3ED9-4BBA-9C69-059A77023C86}" dt="2025-04-27T13:05:00.146" v="169" actId="14100"/>
          <ac:picMkLst>
            <pc:docMk/>
            <pc:sldMk cId="251878026" sldId="260"/>
            <ac:picMk id="9" creationId="{58A9BA26-07A1-0D4E-5B5B-E784D347DABC}"/>
          </ac:picMkLst>
        </pc:picChg>
        <pc:picChg chg="mod">
          <ac:chgData name="Harsh Minde." userId="4728fa40ad6cbbd2" providerId="LiveId" clId="{E410D3A3-3ED9-4BBA-9C69-059A77023C86}" dt="2025-04-27T13:05:19.684" v="172" actId="14100"/>
          <ac:picMkLst>
            <pc:docMk/>
            <pc:sldMk cId="251878026" sldId="260"/>
            <ac:picMk id="11" creationId="{28A08F87-F1BD-3B14-A3A8-361AC126B6AB}"/>
          </ac:picMkLst>
        </pc:picChg>
      </pc:sldChg>
      <pc:sldChg chg="modSp add del mod">
        <pc:chgData name="Harsh Minde." userId="4728fa40ad6cbbd2" providerId="LiveId" clId="{E410D3A3-3ED9-4BBA-9C69-059A77023C86}" dt="2025-04-27T12:56:31.802" v="98" actId="47"/>
        <pc:sldMkLst>
          <pc:docMk/>
          <pc:sldMk cId="3386686593" sldId="260"/>
        </pc:sldMkLst>
        <pc:spChg chg="mod">
          <ac:chgData name="Harsh Minde." userId="4728fa40ad6cbbd2" providerId="LiveId" clId="{E410D3A3-3ED9-4BBA-9C69-059A77023C86}" dt="2025-04-27T09:41:52.995" v="70" actId="1035"/>
          <ac:spMkLst>
            <pc:docMk/>
            <pc:sldMk cId="3386686593" sldId="260"/>
            <ac:spMk id="2" creationId="{A61E35EA-C339-1367-33A1-62CDEDB8FE07}"/>
          </ac:spMkLst>
        </pc:spChg>
        <pc:picChg chg="mod">
          <ac:chgData name="Harsh Minde." userId="4728fa40ad6cbbd2" providerId="LiveId" clId="{E410D3A3-3ED9-4BBA-9C69-059A77023C86}" dt="2025-04-27T09:44:53.018" v="89" actId="1036"/>
          <ac:picMkLst>
            <pc:docMk/>
            <pc:sldMk cId="3386686593" sldId="260"/>
            <ac:picMk id="7" creationId="{B2F3E3E5-09A1-02F0-D41F-99D282EB8287}"/>
          </ac:picMkLst>
        </pc:picChg>
        <pc:picChg chg="mod">
          <ac:chgData name="Harsh Minde." userId="4728fa40ad6cbbd2" providerId="LiveId" clId="{E410D3A3-3ED9-4BBA-9C69-059A77023C86}" dt="2025-04-27T09:43:16.221" v="81" actId="14100"/>
          <ac:picMkLst>
            <pc:docMk/>
            <pc:sldMk cId="3386686593" sldId="260"/>
            <ac:picMk id="9" creationId="{28C54D50-24C1-36C4-CBB8-9A74B1940CA6}"/>
          </ac:picMkLst>
        </pc:picChg>
        <pc:picChg chg="mod">
          <ac:chgData name="Harsh Minde." userId="4728fa40ad6cbbd2" providerId="LiveId" clId="{E410D3A3-3ED9-4BBA-9C69-059A77023C86}" dt="2025-04-27T09:43:18.935" v="82" actId="14100"/>
          <ac:picMkLst>
            <pc:docMk/>
            <pc:sldMk cId="3386686593" sldId="260"/>
            <ac:picMk id="11" creationId="{4F336D54-837F-53BA-3E13-38C898D6BB15}"/>
          </ac:picMkLst>
        </pc:picChg>
      </pc:sldChg>
      <pc:sldChg chg="delSp modSp add mod">
        <pc:chgData name="Harsh Minde." userId="4728fa40ad6cbbd2" providerId="LiveId" clId="{E410D3A3-3ED9-4BBA-9C69-059A77023C86}" dt="2025-04-27T13:06:35.309" v="186" actId="478"/>
        <pc:sldMkLst>
          <pc:docMk/>
          <pc:sldMk cId="3296218908" sldId="261"/>
        </pc:sldMkLst>
        <pc:picChg chg="del">
          <ac:chgData name="Harsh Minde." userId="4728fa40ad6cbbd2" providerId="LiveId" clId="{E410D3A3-3ED9-4BBA-9C69-059A77023C86}" dt="2025-04-27T13:06:35.309" v="186" actId="478"/>
          <ac:picMkLst>
            <pc:docMk/>
            <pc:sldMk cId="3296218908" sldId="261"/>
            <ac:picMk id="3" creationId="{5227A303-9026-0F91-B643-C32B4DBD5F76}"/>
          </ac:picMkLst>
        </pc:picChg>
        <pc:picChg chg="mod">
          <ac:chgData name="Harsh Minde." userId="4728fa40ad6cbbd2" providerId="LiveId" clId="{E410D3A3-3ED9-4BBA-9C69-059A77023C86}" dt="2025-04-27T13:05:58.766" v="178" actId="14100"/>
          <ac:picMkLst>
            <pc:docMk/>
            <pc:sldMk cId="3296218908" sldId="261"/>
            <ac:picMk id="7" creationId="{C087729D-12FB-D767-51D0-0DE6055B92CF}"/>
          </ac:picMkLst>
        </pc:picChg>
        <pc:picChg chg="mod">
          <ac:chgData name="Harsh Minde." userId="4728fa40ad6cbbd2" providerId="LiveId" clId="{E410D3A3-3ED9-4BBA-9C69-059A77023C86}" dt="2025-04-27T13:06:17.310" v="182" actId="14100"/>
          <ac:picMkLst>
            <pc:docMk/>
            <pc:sldMk cId="3296218908" sldId="261"/>
            <ac:picMk id="9" creationId="{B89B4967-0A2F-9862-38B8-203D5C91BDEF}"/>
          </ac:picMkLst>
        </pc:picChg>
        <pc:picChg chg="mod">
          <ac:chgData name="Harsh Minde." userId="4728fa40ad6cbbd2" providerId="LiveId" clId="{E410D3A3-3ED9-4BBA-9C69-059A77023C86}" dt="2025-04-27T13:06:33.919" v="185" actId="14100"/>
          <ac:picMkLst>
            <pc:docMk/>
            <pc:sldMk cId="3296218908" sldId="261"/>
            <ac:picMk id="11" creationId="{2B61626E-D085-E5F3-2E7A-58057858FE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0DFF-36F9-47F8-892F-FBFD2D831651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FCB8E-8557-4EA7-9DAC-3DC2686E9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9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FCB8E-8557-4EA7-9DAC-3DC2686E9D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887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5F74-1A5B-546A-7239-F195EEEF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EDCCA-338E-FCAD-DAC0-1FD125C1C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C16CF-28E2-5924-1BE7-FC1F70689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0F65F-7C45-DE95-E66E-D754DB419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FCB8E-8557-4EA7-9DAC-3DC2686E9D6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014F-77AE-A9DD-A3C5-A5875765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12589-817C-496D-EF07-2AC657648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25766-F4E0-E4D3-EFE1-D8F629389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5FCCC-0F91-4D71-D5CB-D42A9B7D2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FCB8E-8557-4EA7-9DAC-3DC2686E9D6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69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758CF-257F-5BFD-3BE3-4B27B62F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AD3AB-CF21-6DBB-4C00-2A3933FAC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22993-7A93-CB8A-5A19-307E6E124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423A8-A512-E654-4F2B-8C1E19E17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FCB8E-8557-4EA7-9DAC-3DC2686E9D6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985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94E9-BA6C-3698-5218-93095420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25C3F-F3F7-E7B0-7540-0D65D9D98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51650-FC3D-7DA4-E70E-57C4DE78D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C4B8C-2773-C2AB-DD2F-37F21F117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FCB8E-8557-4EA7-9DAC-3DC2686E9D6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2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A453-CDA7-E972-255A-ECE694A2D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1474B-112E-4BCE-FD81-7CDEA8E3E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C260F-DCB5-FA50-195E-502A5FCF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A819-6AB6-2C50-BFAD-86FFBA0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CF191-9234-5175-8A50-1C02467E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0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195B-239E-C499-07DD-81365E9E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6299-880B-F537-23F6-39A140E7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B12A-3128-9B21-B58A-641B54F7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17597-DEAE-AF10-5ED1-C932117B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224D9-3DAA-3C50-354D-49E1ECBA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8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BF08-93A0-428F-794A-9D1FFCD41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0B43C-9CA5-D7D6-3639-6DB50CE10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118B0-6A14-4C8F-D1B6-2A0BEE21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8A871-7CE7-210E-F8BC-02A5CFE7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51327-D7C4-FA92-2D4E-587F61F1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8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2967-F606-9F3E-2EC4-F17D9B35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5F5C-3573-DE50-1181-BFC4309D9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DD4FE-8E1D-D8EC-095B-4DC4B197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F777C-C167-BA7D-F2E9-E3D178CC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011D3-80BC-7DD1-B28C-79EB110B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B32F-84C2-CF3D-7BC1-A9D871FB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42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AC5C-632D-7E27-5A03-0E69C3CB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F2B39-8F12-8508-D902-5271C10B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2A56-E970-56BF-C7F5-5FC24728B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C419E-ABD2-D4F5-89D3-4C2AB220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BA2AC-9F1B-F9E2-FE85-43375EC3C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BE23A-8B70-5FD1-9994-D4D0F33B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AEDF6-D2FD-4BBA-9B8F-D39EFE08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4665E-D768-77C5-850F-A956844E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7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0306-3976-DF79-F887-F7E5274D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3A15E-2100-78F3-A254-9BA072B8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EB9F9-ECCC-0A0D-C25D-8E47CD71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0B6F6-CB21-A5DC-4FB2-F0BB59BF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06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C891E-B49C-3EC8-7F7B-75F6103B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C542A-DF22-51BE-DEF8-939C7C58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793CB-474E-0734-DC05-C4716FDC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39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4879-580C-C629-C47D-AC225535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417D-67F2-2A47-0F5E-2CDDE9D1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0765A-70A4-F4A7-F46D-A18F96E77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5315C-C39C-2FC7-D372-92BCEB93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F0A4C-5D1F-A019-ED5A-09D386EA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8139E-330C-9774-0336-03E38B76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3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006E-FDD6-14DC-F7B3-F042A00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98785-A593-57C4-64A6-1656C4013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9421D-5934-8B87-673A-B2F532815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3096-70F4-EF9F-9BDB-7A72E796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0C0A9-E688-A136-E7E1-E77C6BD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C00EE-E428-8D8E-9885-9767E017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44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4029-FCED-341F-77BE-895D78B2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3EB07-C7FE-7257-1EF7-BC1FAD0F4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1D5CE-1F60-449F-B7C0-7A693EEE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42241-1A98-5DA4-FFB5-95B17359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5DBA7-8CEA-7B3C-E70D-4FBEA108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49134-D7E6-723A-ED14-DA66524C6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74A76-535C-F8B9-6644-3D314CCE2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C87E3-1A42-8457-FA5F-AB876652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E4CB-5CC8-8714-9579-EBAB934F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92D0E-E6B2-89AB-DE1D-804EA702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03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9D7A2-8DF1-C9DF-9706-7E15376E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6A85D-0A15-906A-F2F2-C5C63D15A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F67EF-2204-4587-FD65-86CF35765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642BC-96A5-4E4E-A031-BCDD5586A0A6}" type="datetimeFigureOut">
              <a:rPr lang="en-IN" smtClean="0"/>
              <a:t>27-04-2025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4B86-5B44-65B6-FF4C-94E73403C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3B62D-C8CD-C90A-E250-89D97CBBA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9C5F6-06A1-4C8C-8E81-0345DFCE62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5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CD67F0-43BC-2876-9D61-B04B1D71AD15}"/>
              </a:ext>
            </a:extLst>
          </p:cNvPr>
          <p:cNvSpPr/>
          <p:nvPr/>
        </p:nvSpPr>
        <p:spPr>
          <a:xfrm>
            <a:off x="462116" y="323237"/>
            <a:ext cx="11198942" cy="594359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tint val="66000"/>
                  <a:satMod val="160000"/>
                </a:schemeClr>
              </a:gs>
              <a:gs pos="50000">
                <a:schemeClr val="accent5">
                  <a:lumMod val="75000"/>
                  <a:tint val="44500"/>
                  <a:satMod val="160000"/>
                </a:schemeClr>
              </a:gs>
              <a:gs pos="100000">
                <a:schemeClr val="accent5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C88F4-692A-E51D-7F46-E0AD64A23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48" y="591165"/>
            <a:ext cx="2536723" cy="5353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08116A-258B-E3EF-5046-661FFAEA3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6207" y="591164"/>
            <a:ext cx="2536723" cy="5352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FE1CBD-E23A-713D-55DA-AD1E51B2D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500" y="618818"/>
            <a:ext cx="2536724" cy="53247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8BD2C4-7A7E-B8AF-28EA-A86D9A156D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794" y="618818"/>
            <a:ext cx="2536724" cy="532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1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A292-029E-FA68-C7F3-FE9AD797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5B3C39-3E26-872A-72DF-CD9699ACACBF}"/>
              </a:ext>
            </a:extLst>
          </p:cNvPr>
          <p:cNvSpPr/>
          <p:nvPr/>
        </p:nvSpPr>
        <p:spPr>
          <a:xfrm>
            <a:off x="462116" y="323237"/>
            <a:ext cx="11198942" cy="594359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tint val="66000"/>
                  <a:satMod val="160000"/>
                </a:schemeClr>
              </a:gs>
              <a:gs pos="50000">
                <a:schemeClr val="accent5">
                  <a:lumMod val="75000"/>
                  <a:tint val="44500"/>
                  <a:satMod val="160000"/>
                </a:schemeClr>
              </a:gs>
              <a:gs pos="100000">
                <a:schemeClr val="accent5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6AD48-D92F-FCCC-E8D6-6E89EBC91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48" y="618818"/>
            <a:ext cx="2536723" cy="5352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34012D-4521-F4A1-E13A-60D56789E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6207" y="618818"/>
            <a:ext cx="2536723" cy="5352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09B13F-64C0-FDA7-968F-7EEA09C2DB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500" y="618818"/>
            <a:ext cx="2536724" cy="5352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1283F2-369E-A477-F931-9E88143809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794" y="618818"/>
            <a:ext cx="2536724" cy="53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9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BFCC-85EA-91BF-BBBE-02ECB9F9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04323E-6F10-6E13-0354-830C4CF1A0F2}"/>
              </a:ext>
            </a:extLst>
          </p:cNvPr>
          <p:cNvSpPr/>
          <p:nvPr/>
        </p:nvSpPr>
        <p:spPr>
          <a:xfrm>
            <a:off x="462116" y="323237"/>
            <a:ext cx="11198942" cy="594359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tint val="66000"/>
                  <a:satMod val="160000"/>
                </a:schemeClr>
              </a:gs>
              <a:gs pos="50000">
                <a:schemeClr val="accent5">
                  <a:lumMod val="75000"/>
                  <a:tint val="44500"/>
                  <a:satMod val="160000"/>
                </a:schemeClr>
              </a:gs>
              <a:gs pos="100000">
                <a:schemeClr val="accent5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444970-BD5C-643A-E522-0540F2868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48" y="591164"/>
            <a:ext cx="2536723" cy="5380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EF0177-288F-8EC0-6CDB-E0FB7DFD4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7414" y="591164"/>
            <a:ext cx="2514309" cy="5390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A42906-F878-2069-AF14-33FC8C8445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180" y="592475"/>
            <a:ext cx="2535364" cy="5352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092FEE-30A6-3FD2-6EB3-8D688A611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794" y="591164"/>
            <a:ext cx="2536724" cy="53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8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A5D8-F2E7-769B-2CF0-1F1FD746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D78833-0A93-1489-6766-F05CDCEEAE72}"/>
              </a:ext>
            </a:extLst>
          </p:cNvPr>
          <p:cNvSpPr/>
          <p:nvPr/>
        </p:nvSpPr>
        <p:spPr>
          <a:xfrm>
            <a:off x="462116" y="323237"/>
            <a:ext cx="11198942" cy="594359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tint val="66000"/>
                  <a:satMod val="160000"/>
                </a:schemeClr>
              </a:gs>
              <a:gs pos="50000">
                <a:schemeClr val="accent5">
                  <a:lumMod val="75000"/>
                  <a:tint val="44500"/>
                  <a:satMod val="160000"/>
                </a:schemeClr>
              </a:gs>
              <a:gs pos="100000">
                <a:schemeClr val="accent5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BCFAB-CC5E-114C-54AB-AF3B214D8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48" y="591165"/>
            <a:ext cx="2536723" cy="5353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9BA26-07A1-0D4E-5B5B-E784D347DA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6207" y="591164"/>
            <a:ext cx="2536723" cy="5380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A08F87-F1BD-3B14-A3A8-361AC126B6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500" y="618818"/>
            <a:ext cx="2536724" cy="53800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7FA001-ED94-4299-ABE3-65A1BFC35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794" y="618818"/>
            <a:ext cx="2536724" cy="53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D1DC9-82CD-9D45-8C3E-C0203D53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DBFC5-6ABC-3E9B-468A-DDEE1AC5CDD6}"/>
              </a:ext>
            </a:extLst>
          </p:cNvPr>
          <p:cNvSpPr/>
          <p:nvPr/>
        </p:nvSpPr>
        <p:spPr>
          <a:xfrm>
            <a:off x="462116" y="323237"/>
            <a:ext cx="11198942" cy="594359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tint val="66000"/>
                  <a:satMod val="160000"/>
                </a:schemeClr>
              </a:gs>
              <a:gs pos="50000">
                <a:schemeClr val="accent5">
                  <a:lumMod val="75000"/>
                  <a:tint val="44500"/>
                  <a:satMod val="160000"/>
                </a:schemeClr>
              </a:gs>
              <a:gs pos="100000">
                <a:schemeClr val="accent5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87729D-12FB-D767-51D0-0DE6055B9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748" y="591164"/>
            <a:ext cx="2536723" cy="5390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9B4967-0A2F-9862-38B8-203D5C91B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6207" y="591164"/>
            <a:ext cx="2536723" cy="5380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61626E-D085-E5F3-2E7A-58057858F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5500" y="591164"/>
            <a:ext cx="2536724" cy="53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18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</Words>
  <Application>Microsoft Office PowerPoint</Application>
  <PresentationFormat>Widescreen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Minde.</dc:creator>
  <cp:lastModifiedBy>Harsh Minde.</cp:lastModifiedBy>
  <cp:revision>1</cp:revision>
  <dcterms:created xsi:type="dcterms:W3CDTF">2025-04-27T09:23:30Z</dcterms:created>
  <dcterms:modified xsi:type="dcterms:W3CDTF">2025-04-27T13:06:37Z</dcterms:modified>
</cp:coreProperties>
</file>